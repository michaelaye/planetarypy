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1"/>
  </p:normalViewPr>
  <p:slideViewPr>
    <p:cSldViewPr snapToGrid="0" snapToObjects="1">
      <p:cViewPr varScale="1">
        <p:scale>
          <a:sx n="154" d="100"/>
          <a:sy n="154" d="100"/>
        </p:scale>
        <p:origin x="472" y="2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83124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  <a:latin typeface="JetBrains Mono"/>
              </a:defRPr>
            </a:pPr>
            <a:r>
              <a:t>planetarypy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9339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42AFFA"/>
                </a:solidFill>
                <a:latin typeface="Arial"/>
              </a:defRPr>
            </a:pPr>
            <a:r>
              <a:t>Python Tools for Planetary Science Data Access</a:t>
            </a:r>
          </a:p>
        </p:txBody>
      </p:sp>
      <p:pic>
        <p:nvPicPr>
          <p:cNvPr id="4" name="Picture 3" descr="plp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0" y="182880"/>
            <a:ext cx="2011680" cy="16093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417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A6E22E"/>
                </a:solidFill>
                <a:latin typeface="JetBrains Mono"/>
              </a:defRPr>
            </a:pPr>
            <a:r>
              <a:t>pip install planetarypy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920240"/>
            <a:ext cx="4389120" cy="2743200"/>
          </a:xfrm>
          <a:prstGeom prst="rect">
            <a:avLst/>
          </a:prstGeom>
          <a:solidFill>
            <a:srgbClr val="1E293B"/>
          </a:solidFill>
          <a:ln w="25400">
            <a:solidFill>
              <a:srgbClr val="42AF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2057400"/>
            <a:ext cx="40233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42AFFA"/>
                </a:solidFill>
                <a:latin typeface="Arial"/>
              </a:defRPr>
            </a:pPr>
            <a:r>
              <a:t>PDS Index Retrieval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46888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6DB74"/>
                </a:solidFill>
                <a:latin typeface="JetBrains Mono"/>
              </a:defRPr>
            </a:pPr>
            <a:r>
              <a:t>from planetarypy import pds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79273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CCCCC"/>
                </a:solidFill>
                <a:latin typeface="JetBrains Mono"/>
              </a:defRPr>
            </a:pP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294513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JetBrains Mono"/>
              </a:defRPr>
            </a:pPr>
            <a:r>
              <a:t>df = pds.get_index("mro.ctx.edr")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268979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CCCCC"/>
                </a:solidFill>
                <a:latin typeface="JetBrains Mono"/>
              </a:defRPr>
            </a:pPr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3421379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88888"/>
                </a:solidFill>
                <a:latin typeface="JetBrains Mono"/>
              </a:defRPr>
            </a:pPr>
            <a:r>
              <a:t># 164,103 products as DataFrame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707129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88888"/>
                </a:solidFill>
                <a:latin typeface="JetBrains Mono"/>
              </a:defRPr>
            </a:pPr>
            <a:r>
              <a:t># Auto-downloads, caches as Parquet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992879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88888"/>
                </a:solidFill>
                <a:latin typeface="JetBrains Mono"/>
              </a:defRPr>
            </a:pPr>
            <a:r>
              <a:t># Auto-updates when stale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20640" y="1920240"/>
            <a:ext cx="4389120" cy="2743200"/>
          </a:xfrm>
          <a:prstGeom prst="rect">
            <a:avLst/>
          </a:prstGeom>
          <a:solidFill>
            <a:srgbClr val="1E293B"/>
          </a:solidFill>
          <a:ln w="25400">
            <a:solidFill>
              <a:srgbClr val="A6E2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303520" y="2057400"/>
            <a:ext cx="40233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A6E22E"/>
                </a:solidFill>
                <a:latin typeface="Arial"/>
              </a:defRPr>
            </a:pPr>
            <a:r>
              <a:t>Metadata Lookup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246888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JetBrains Mono"/>
              </a:defRPr>
            </a:pPr>
            <a:r>
              <a:t>df = pds.get_index('cassini.iss.index')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9240" y="279273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CCCCC"/>
                </a:solidFill>
                <a:latin typeface="JetBrains Mono"/>
              </a:defRPr>
            </a:pPr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349240" y="294513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6DB74"/>
                </a:solidFill>
                <a:latin typeface="JetBrains Mono"/>
              </a:defRPr>
            </a:pPr>
            <a:r>
              <a:t>cols = ["PRODUCT_ID", "TARGET_NAME",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49240" y="323088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6DB74"/>
                </a:solidFill>
                <a:latin typeface="JetBrains Mono"/>
              </a:defRPr>
            </a:pPr>
            <a:r>
              <a:t>        "IMAGE_TIME", "FILTER_NAME"]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49240" y="351663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CCCCC"/>
                </a:solidFill>
                <a:latin typeface="JetBrains Mono"/>
              </a:defRPr>
            </a:pPr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349240" y="366903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JetBrains Mono"/>
              </a:defRPr>
            </a:pPr>
            <a:r>
              <a:t>df[cols].query(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49240" y="399288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JetBrains Mono"/>
              </a:defRPr>
            </a:pPr>
            <a:r>
              <a:t>    "TARGET_NAME == 'ENCELADUS'")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784080" y="1920240"/>
            <a:ext cx="4389120" cy="2743200"/>
          </a:xfrm>
          <a:prstGeom prst="rect">
            <a:avLst/>
          </a:prstGeom>
          <a:solidFill>
            <a:srgbClr val="1E293B"/>
          </a:solidFill>
          <a:ln w="25400">
            <a:solidFill>
              <a:srgbClr val="FD9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966959" y="2057400"/>
            <a:ext cx="40233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FD971F"/>
                </a:solidFill>
                <a:latin typeface="Arial"/>
              </a:defRPr>
            </a:pPr>
            <a:r>
              <a:t>Archived SPICE Kernels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12680" y="246888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6DB74"/>
                </a:solidFill>
                <a:latin typeface="JetBrains Mono"/>
              </a:defRPr>
            </a:pPr>
            <a:r>
              <a:t>from planetarypy.spice \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12680" y="275463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6DB74"/>
                </a:solidFill>
                <a:latin typeface="JetBrains Mono"/>
              </a:defRPr>
            </a:pPr>
            <a:r>
              <a:t>    import archived_kernels as ak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12680" y="304038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CCCCC"/>
                </a:solidFill>
                <a:latin typeface="JetBrains Mono"/>
              </a:defRPr>
            </a:pPr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012680" y="319278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JetBrains Mono"/>
              </a:defRPr>
            </a:pPr>
            <a:r>
              <a:t>mk = ak.get_metakernel_and_files(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12680" y="351663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JetBrains Mono"/>
              </a:defRPr>
            </a:pPr>
            <a:r>
              <a:t>    "mro",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12680" y="384048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JetBrains Mono"/>
              </a:defRPr>
            </a:pPr>
            <a:r>
              <a:t>    start="2024-01-01",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12680" y="416433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JetBrains Mono"/>
              </a:defRPr>
            </a:pPr>
            <a:r>
              <a:t>    stop="2024-01-31")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4937759"/>
            <a:ext cx="4389120" cy="2560320"/>
          </a:xfrm>
          <a:prstGeom prst="rect">
            <a:avLst/>
          </a:prstGeom>
          <a:solidFill>
            <a:srgbClr val="1E293B"/>
          </a:solidFill>
          <a:ln w="25400">
            <a:solidFill>
              <a:srgbClr val="F926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0080" y="5074920"/>
            <a:ext cx="40233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F92672"/>
                </a:solidFill>
                <a:latin typeface="Arial"/>
              </a:defRPr>
            </a:pPr>
            <a:r>
              <a:t>PDS Catalog: 65 Missions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548640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6DB74"/>
                </a:solidFill>
                <a:latin typeface="JetBrains Mono"/>
              </a:defRPr>
            </a:pPr>
            <a:r>
              <a:t>from planetarypy.catalog import \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577215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6DB74"/>
                </a:solidFill>
                <a:latin typeface="JetBrains Mono"/>
              </a:defRPr>
            </a:pPr>
            <a:r>
              <a:t>    list_missions, list_products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605790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CCCCC"/>
                </a:solidFill>
                <a:latin typeface="JetBrains Mono"/>
              </a:defRPr>
            </a:pPr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85800" y="621030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JetBrains Mono"/>
              </a:defRPr>
            </a:pPr>
            <a:r>
              <a:t>list_missions()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653415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88888"/>
                </a:solidFill>
                <a:latin typeface="JetBrains Mono"/>
              </a:defRPr>
            </a:pPr>
            <a:r>
              <a:t># ['apollo','cassini','dawn','galileo',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" y="681990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88888"/>
                </a:solidFill>
                <a:latin typeface="JetBrains Mono"/>
              </a:defRPr>
            </a:pPr>
            <a:r>
              <a:t>#  'juno','lro','mro','voyager',...]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120640" y="4937759"/>
            <a:ext cx="4389120" cy="2560320"/>
          </a:xfrm>
          <a:prstGeom prst="rect">
            <a:avLst/>
          </a:prstGeom>
          <a:solidFill>
            <a:srgbClr val="1E293B"/>
          </a:solidFill>
          <a:ln w="25400">
            <a:solidFill>
              <a:srgbClr val="E6D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303520" y="5074920"/>
            <a:ext cx="40233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E6DB74"/>
                </a:solidFill>
                <a:latin typeface="Arial"/>
              </a:defRPr>
            </a:pPr>
            <a:r>
              <a:t>Direct Product Download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49240" y="548640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6DB74"/>
                </a:solidFill>
                <a:latin typeface="JetBrains Mono"/>
              </a:defRPr>
            </a:pPr>
            <a:r>
              <a:t>from planetarypy.catalog \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49240" y="577215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6DB74"/>
                </a:solidFill>
                <a:latin typeface="JetBrains Mono"/>
              </a:defRPr>
            </a:pPr>
            <a:r>
              <a:t>    import fetch_product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49240" y="605790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CCCCC"/>
                </a:solidFill>
                <a:latin typeface="JetBrains Mono"/>
              </a:defRPr>
            </a:pPr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349240" y="621030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JetBrains Mono"/>
              </a:defRPr>
            </a:pPr>
            <a:r>
              <a:t>fetch_product("mro.ctx.edr",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49240" y="653415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JetBrains Mono"/>
              </a:defRPr>
            </a:pPr>
            <a:r>
              <a:t>  "P02_001916_2221_XI_42N027W")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49240" y="685800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88888"/>
                </a:solidFill>
                <a:latin typeface="JetBrains Mono"/>
              </a:defRPr>
            </a:pPr>
            <a:r>
              <a:t># → downloads .IMG to local cache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784080" y="4937759"/>
            <a:ext cx="4389120" cy="2560320"/>
          </a:xfrm>
          <a:prstGeom prst="rect">
            <a:avLst/>
          </a:prstGeom>
          <a:solidFill>
            <a:srgbClr val="1E293B"/>
          </a:solidFill>
          <a:ln w="25400">
            <a:solidFill>
              <a:srgbClr val="42AF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966959" y="5074920"/>
            <a:ext cx="40233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42AFFA"/>
                </a:solidFill>
                <a:latin typeface="Arial"/>
              </a:defRPr>
            </a:pPr>
            <a:r>
              <a:t>Direct Data Access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012680" y="548640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58 product types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012680" y="582930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29 instruments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012680" y="617220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15 missions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012680" y="651510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CCCCCC"/>
                </a:solidFill>
                <a:latin typeface="JetBrains Mono"/>
              </a:defRPr>
            </a:pPr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0012680" y="662940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88888"/>
                </a:solidFill>
                <a:latin typeface="Arial"/>
              </a:defRPr>
            </a:pPr>
            <a:r>
              <a:t>90+ PDS indexes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012680" y="691515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88888"/>
                </a:solidFill>
                <a:latin typeface="Arial"/>
              </a:defRPr>
            </a:pPr>
            <a:r>
              <a:t>37 SPICE missions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" y="7772400"/>
            <a:ext cx="1371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88"/>
                </a:solidFill>
                <a:latin typeface="Arial"/>
              </a:defRPr>
            </a:pPr>
            <a:r>
              <a:rPr lang="en-US" dirty="0"/>
              <a:t>DOCS: </a:t>
            </a:r>
            <a:r>
              <a:rPr dirty="0" err="1"/>
              <a:t>michaelaye.github.io</a:t>
            </a:r>
            <a:r>
              <a:rPr dirty="0"/>
              <a:t>/</a:t>
            </a:r>
            <a:r>
              <a:rPr dirty="0" err="1"/>
              <a:t>planetarypy</a:t>
            </a:r>
            <a:r>
              <a:rPr dirty="0"/>
              <a:t>  ·  </a:t>
            </a:r>
            <a:r>
              <a:rPr dirty="0" err="1"/>
              <a:t>github.com</a:t>
            </a:r>
            <a:r>
              <a:rPr dirty="0"/>
              <a:t>/</a:t>
            </a:r>
            <a:r>
              <a:rPr lang="en-US" dirty="0" err="1"/>
              <a:t>michaelaye</a:t>
            </a:r>
            <a:r>
              <a:rPr lang="en-US" dirty="0"/>
              <a:t>/</a:t>
            </a:r>
            <a:r>
              <a:rPr dirty="0" err="1"/>
              <a:t>planetarypy</a:t>
            </a:r>
            <a:r>
              <a:rPr dirty="0"/>
              <a:t>  ·  BSD-3 License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259</Words>
  <Application>Microsoft Macintosh PowerPoint</Application>
  <PresentationFormat>Custom</PresentationFormat>
  <Paragraphs>41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Michael Aye</cp:lastModifiedBy>
  <cp:revision>2</cp:revision>
  <dcterms:created xsi:type="dcterms:W3CDTF">2013-01-27T09:14:16Z</dcterms:created>
  <dcterms:modified xsi:type="dcterms:W3CDTF">2026-04-13T03:23:51Z</dcterms:modified>
  <cp:category/>
</cp:coreProperties>
</file>