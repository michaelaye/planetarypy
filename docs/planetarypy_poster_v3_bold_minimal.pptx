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463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JetBrains Mono"/>
              </a:defRPr>
            </a:pPr>
            <a:r>
              <a:t>planetarypy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280160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6E22E"/>
                </a:solidFill>
                <a:latin typeface="JetBrains Mono"/>
              </a:defRPr>
            </a:pPr>
            <a:r>
              <a:t>pip install planetarypy</a:t>
            </a:r>
          </a:p>
        </p:txBody>
      </p:sp>
      <p:pic>
        <p:nvPicPr>
          <p:cNvPr id="4" name="Picture 3" descr="plp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0" y="137160"/>
            <a:ext cx="1645920" cy="1645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2011680"/>
            <a:ext cx="6583680" cy="1783080"/>
          </a:xfrm>
          <a:prstGeom prst="rect">
            <a:avLst/>
          </a:prstGeom>
          <a:solidFill>
            <a:srgbClr val="1E293B"/>
          </a:solidFill>
          <a:ln w="25400">
            <a:solidFill>
              <a:srgbClr val="42A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42AFFA"/>
                </a:solidFill>
                <a:latin typeface="Arial"/>
              </a:defRPr>
            </a:pPr>
            <a:r>
              <a:t>Index 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DB74"/>
                </a:solidFill>
                <a:latin typeface="JetBrains Mono"/>
              </a:defRPr>
            </a:pPr>
            <a:r>
              <a:t>from planetarypy import pds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417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JetBrains Mono"/>
              </a:defRPr>
            </a:pPr>
            <a:r>
              <a:t>df = pds.get_index("mro.ctx.edr")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0802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JetBrains Mono"/>
              </a:defRPr>
            </a:pPr>
            <a:r>
              <a:t># 164K products → DataFrame, cached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2011680"/>
            <a:ext cx="6675120" cy="1783080"/>
          </a:xfrm>
          <a:prstGeom prst="rect">
            <a:avLst/>
          </a:prstGeom>
          <a:solidFill>
            <a:srgbClr val="1E293B"/>
          </a:solidFill>
          <a:ln w="25400">
            <a:solidFill>
              <a:srgbClr val="A6E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19" y="2148840"/>
            <a:ext cx="6309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A6E22E"/>
                </a:solidFill>
                <a:latin typeface="Arial"/>
              </a:defRPr>
            </a:pPr>
            <a:r>
              <a:t>Metadata Filtering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56032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JetBrains Mono"/>
              </a:defRPr>
            </a:pPr>
            <a:r>
              <a:t>ctx = pds.get_index("mro.ctx.edr")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88417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JetBrains Mono"/>
              </a:defRPr>
            </a:pPr>
            <a:r>
              <a:t>ctx.query("CENTER_LATITUDE &gt; 80")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20802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JetBrains Mono"/>
              </a:defRPr>
            </a:pPr>
            <a:r>
              <a:t># Any column, standard pandas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23360"/>
            <a:ext cx="6583680" cy="1783080"/>
          </a:xfrm>
          <a:prstGeom prst="rect">
            <a:avLst/>
          </a:prstGeom>
          <a:solidFill>
            <a:srgbClr val="1E293B"/>
          </a:solidFill>
          <a:ln w="25400">
            <a:solidFill>
              <a:srgbClr val="FD9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D971F"/>
                </a:solidFill>
                <a:latin typeface="Arial"/>
              </a:defRPr>
            </a:pPr>
            <a:r>
              <a:t>SPICE Kernels — 37 Missions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DB74"/>
                </a:solidFill>
                <a:latin typeface="JetBrains Mono"/>
              </a:defRPr>
            </a:pPr>
            <a:r>
              <a:t>from planetarypy.spice \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7680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DB74"/>
                </a:solidFill>
                <a:latin typeface="JetBrains Mono"/>
              </a:defRPr>
            </a:pPr>
            <a:r>
              <a:t>    import archived_kernels as 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8160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JetBrains Mono"/>
              </a:defRPr>
            </a:pPr>
            <a:r>
              <a:t>ak.get_metakernel_and_files("mro",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0545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JetBrains Mono"/>
              </a:defRPr>
            </a:pPr>
            <a:r>
              <a:t>    start="2024-01", stop="2024-02")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4023360"/>
            <a:ext cx="6675120" cy="1783080"/>
          </a:xfrm>
          <a:prstGeom prst="rect">
            <a:avLst/>
          </a:prstGeom>
          <a:solidFill>
            <a:srgbClr val="1E293B"/>
          </a:solidFill>
          <a:ln w="25400">
            <a:solidFill>
              <a:srgbClr val="F92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4160520"/>
            <a:ext cx="6309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92672"/>
                </a:solidFill>
                <a:latin typeface="Arial"/>
              </a:defRPr>
            </a:pPr>
            <a:r>
              <a:t>PDS Catalog — 65 Missions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45720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DB74"/>
                </a:solidFill>
                <a:latin typeface="JetBrains Mono"/>
              </a:defRPr>
            </a:pPr>
            <a:r>
              <a:t>from planetarypy.catalog import \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48768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DB74"/>
                </a:solidFill>
                <a:latin typeface="JetBrains Mono"/>
              </a:defRPr>
            </a:pPr>
            <a:r>
              <a:t>    list_missions, list_products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51816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JetBrains Mono"/>
              </a:defRPr>
            </a:pPr>
            <a:r>
              <a:t>list_missions()    # 65 missions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550545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JetBrains Mono"/>
              </a:defRPr>
            </a:pPr>
            <a:r>
              <a:t>list_products("cassini.iss")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035040"/>
            <a:ext cx="13533120" cy="1783080"/>
          </a:xfrm>
          <a:prstGeom prst="rect">
            <a:avLst/>
          </a:prstGeom>
          <a:solidFill>
            <a:srgbClr val="1E293B"/>
          </a:solidFill>
          <a:ln w="25400">
            <a:solidFill>
              <a:srgbClr val="E6D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172200"/>
            <a:ext cx="1316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6DB74"/>
                </a:solidFill>
                <a:latin typeface="Arial"/>
              </a:defRPr>
            </a:pPr>
            <a:r>
              <a:t>Direct Product Download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583680"/>
            <a:ext cx="1307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DB74"/>
                </a:solidFill>
                <a:latin typeface="JetBrains Mono"/>
              </a:defRPr>
            </a:pPr>
            <a:r>
              <a:t>from planetarypy.catalog import fetch_product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926580"/>
            <a:ext cx="1307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JetBrains Mono"/>
              </a:defRPr>
            </a:pPr>
            <a:r>
              <a:t>path = fetch_product("mro.ctx.edr", "P02_001916_2221_XI_42N027W")  # → downloads &amp; caches locally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7269480"/>
            <a:ext cx="1307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JetBrains Mono"/>
              </a:defRPr>
            </a:pPr>
            <a:r>
              <a:t># Resolves URLs via PDS indexes · DuckDB-backed catalog · 2042 product types across entire PDS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0" y="7680960"/>
            <a:ext cx="1463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Arial"/>
              </a:defRPr>
            </a:pPr>
            <a:r>
              <a:t>github.com/planetarypy/planetarypy  ·  planetarypy.org  ·  BSD-3 License  ·  90+ PDS indexes  ·  37 SPICE missions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