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822960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JetBrains Mono"/>
              </a:defRPr>
            </a:pPr>
            <a:r>
              <a:t>planetary</a:t>
            </a:r>
            <a:br/>
            <a:r>
              <a:t>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60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2AFFA"/>
                </a:solidFill>
                <a:latin typeface="Arial"/>
              </a:defRPr>
            </a:pPr>
            <a:r>
              <a:t>Python Tools for</a:t>
            </a:r>
            <a:br/>
            <a:r>
              <a:t>Planetary Science</a:t>
            </a:r>
            <a:br/>
            <a:r>
              <a:t>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6E22E"/>
                </a:solidFill>
                <a:latin typeface="JetBrains Mono"/>
              </a:defRPr>
            </a:pPr>
            <a:r>
              <a:t>pip install planetarypy</a:t>
            </a:r>
          </a:p>
        </p:txBody>
      </p:sp>
      <p:pic>
        <p:nvPicPr>
          <p:cNvPr id="6" name="Picture 5" descr="plp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5488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7498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Arial"/>
              </a:defRPr>
            </a:pPr>
            <a:r>
              <a:t>github.com/planetarypy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4320"/>
            <a:ext cx="960120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42A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11479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FFA"/>
                </a:solidFill>
                <a:latin typeface="Arial"/>
              </a:defRPr>
            </a:pPr>
            <a:r>
              <a:t>PDS Index Retrieval — 90+ Indexes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229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from planetarypy import pds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1277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df = pds.get_index("mro.ctx.edr")          # 164,103 products → 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432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df = pds.get_index("cassini.iss.index")    # auto-download, Parquet cache, auto-update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48840"/>
            <a:ext cx="960120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A6E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22E"/>
                </a:solidFill>
                <a:latin typeface="Arial"/>
              </a:defRPr>
            </a:pPr>
            <a:r>
              <a:t>Metadata Search &amp;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97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ctx = pds.get_index("mro.ctx.edr")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02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hits = ctx.query("CENTER_LATITUDE &gt; 80 &amp; SCALED_PIXEL_WIDTH &lt; 6")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307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JetBrains Mono"/>
              </a:defRPr>
            </a:pPr>
            <a:r>
              <a:t># Filter 164K images by location, resolution, time — standard 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023360"/>
            <a:ext cx="960120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FD9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16052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D971F"/>
                </a:solidFill>
                <a:latin typeface="Arial"/>
              </a:defRPr>
            </a:pPr>
            <a:r>
              <a:t>Archived SPICE Kernels — 37 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from planetarypy.spice import archived_kernels as 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876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mk = ak.get_metakernel_and_files("mro", start="2024-01-01", stop="2024-01-31")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181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JetBrains Mono"/>
              </a:defRPr>
            </a:pPr>
            <a:r>
              <a:t># Date-filtered kernel subsets via NAIF — returns loadable metakernel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897880"/>
            <a:ext cx="9601200" cy="2057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2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603504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2672"/>
                </a:solidFill>
                <a:latin typeface="Arial"/>
              </a:defRPr>
            </a:pPr>
            <a:r>
              <a:t>PDS Catalog — 65 Missions, 2042 Product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from planetarypy.catalog import list_missions, fetch_product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6751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list_missions()                  # 65 missions across the entire PDS archive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705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list_products("mro.ctx")         # ["edr"]  — discover available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7360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JetBrains Mono"/>
              </a:defRPr>
            </a:pPr>
            <a:r>
              <a:t>fetch_product("mro.ctx.edr", "P02_001916_2221_XI_42N027W")  # → local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